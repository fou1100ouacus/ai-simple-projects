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Accuracy over Epochs (approximate)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10</c:v>
                  </c:pt>
                  <c:pt idx="1">
                    <c:v>30</c:v>
                  </c:pt>
                  <c:pt idx="2">
                    <c:v>50</c:v>
                  </c:pt>
                  <c:pt idx="3">
                    <c:v>70</c:v>
                  </c:pt>
                  <c:pt idx="4">
                    <c:v>90</c:v>
                  </c:pt>
                  <c:pt idx="5">
                    <c:v>110</c:v>
                  </c:pt>
                  <c:pt idx="6">
                    <c:v>130</c:v>
                  </c:pt>
                  <c:pt idx="7">
                    <c:v>150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0.62</c:v>
                </c:pt>
                <c:pt idx="1">
                  <c:v>0.68</c:v>
                </c:pt>
                <c:pt idx="2">
                  <c:v>0.72</c:v>
                </c:pt>
                <c:pt idx="3">
                  <c:v>0.74</c:v>
                </c:pt>
                <c:pt idx="4">
                  <c:v>0.76</c:v>
                </c:pt>
                <c:pt idx="5">
                  <c:v>0.77</c:v>
                </c:pt>
                <c:pt idx="6">
                  <c:v>0.78</c:v>
                </c:pt>
                <c:pt idx="7">
                  <c:v>0.79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D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73152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48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Detection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Deep Learning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Neural Network Project using the Pima Indians Dataset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420624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0D9488">
              <a:alpha val="3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420624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0D9488">
              <a:alpha val="3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200400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420624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0D9488">
              <a:alpha val="3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943600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Dataset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023360" cy="15544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11480" y="18288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patient records from the Pima Indians Heritage Study. 8 medical features + 1 diabetes label.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155448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258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325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800600" y="18288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neural network: 12 → 8 → 1 neurons using ReLU and Sigmoid activations.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74320" y="2926080"/>
            <a:ext cx="4023360" cy="15544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0632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11480" y="35661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epochs with Adam optimizer and Binary Crossentropy loss for classification.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2926080"/>
            <a:ext cx="4023360" cy="155448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0632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3063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800600" y="35661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diabetes (1) or no diabetes (0) from patient health metrics.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Load the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'pima-indians-diabetes.csv'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= np.loadtxt(url,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delimiter=',')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Features (columns 0–7)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dataset[:, 0:8]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Target (column 8)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dataset[:, 8]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669280" y="1005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Input Features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417320"/>
            <a:ext cx="18288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3990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 count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691640"/>
            <a:ext cx="18288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673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level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965960"/>
            <a:ext cx="18288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9476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2240280"/>
            <a:ext cx="18288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22219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Thickness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2514600"/>
            <a:ext cx="18288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4963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level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2788920"/>
            <a:ext cx="18288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7706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3063240"/>
            <a:ext cx="18288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30449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Pedigree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3337560"/>
            <a:ext cx="18288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33192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374904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3749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0 = No Disease  |  1 = Disease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patient records   •   8 features   •   Binary classification (0 or 1)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Neural Network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56032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45920" y="1600200"/>
            <a:ext cx="0" cy="54864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194560"/>
            <a:ext cx="2560320" cy="777240"/>
          </a:xfrm>
          <a:prstGeom prst="roundRect">
            <a:avLst>
              <a:gd name="adj" fmla="val 11765"/>
            </a:avLst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neurons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45920" y="2697480"/>
            <a:ext cx="0" cy="54864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291840"/>
            <a:ext cx="2560320" cy="777240"/>
          </a:xfrm>
          <a:prstGeom prst="roundRect">
            <a:avLst>
              <a:gd name="adj" fmla="val 11765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37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675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neurons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45920" y="3794760"/>
            <a:ext cx="0" cy="54864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4343400"/>
            <a:ext cx="2560320" cy="777240"/>
          </a:xfrm>
          <a:prstGeom prst="roundRect">
            <a:avLst>
              <a:gd name="adj" fmla="val 11765"/>
            </a:avLst>
          </a:prstGeom>
          <a:solidFill>
            <a:srgbClr val="BE185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27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neuron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0" y="1051560"/>
            <a:ext cx="5303520" cy="2834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114300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tensorflow.keras.models import Sequential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tensorflow.keras.layers import Dense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Sequential()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Layer 1: 12 neurons, ReLU activation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model.add(Dense(12,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input_dim=8,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activation='relu'))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Layer 2: 8 neurons, ReLU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model.add(Dense(8, activation='relu'))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Sigmoid → probability 0–1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model.add(Dense(1, activation='sigmoid'))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3977640"/>
            <a:ext cx="5303520" cy="50292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9776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output → values between 0 and 1 → threshold at 0.5 for final 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 &amp; 4 — Compile &amp; Train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Compile the model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loss='binary_crossentropy',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optimizer='adam',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metrics=['accuracy']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 for 150 epochs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input_data, output_data,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epochs=150,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batch_size=10,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verbose=1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0" y="1051560"/>
            <a:ext cx="1554480" cy="10058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0" y="13533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Crossentropy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0" y="1709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binary 0/1 output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06640" y="1051560"/>
            <a:ext cx="1554480" cy="10058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06640" y="1097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406640" y="13533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06640" y="17099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rate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69280" y="2240280"/>
            <a:ext cx="1554480" cy="100584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2286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69280" y="2542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0" y="2898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passes over data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06640" y="2240280"/>
            <a:ext cx="1554480" cy="100584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0" y="2286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406640" y="2542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06640" y="2898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per weight update</a:t>
            </a:r>
            <a:endParaRPr lang="en-US" sz="8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65760" y="3429000"/>
          <a:ext cx="502920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&amp; 6 — Results &amp; Predictions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182880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~79%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6576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5577840" cy="1874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09728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_, acc = model.evaluate(X, y, verbose=0)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print(f'Accuracy: {acc*100:.2f}%')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Predictions: 0 or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preds = (model.predict(X) &gt; 0.5).astype(int)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Sample output: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[6,148,72,35,0,33.6,0.627,50] → Disease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[1,85,66,29,0,26.6,0.351,31]  → No Disease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Comparison: Predicted vs Actual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91840"/>
          <a:ext cx="8412480" cy="1645920"/>
        </p:xfrm>
        <a:graphic>
          <a:graphicData uri="http://schemas.openxmlformats.org/drawingml/2006/table">
            <a:tbl>
              <a:tblPr/>
              <a:tblGrid>
                <a:gridCol w="4114800"/>
                <a:gridCol w="1645920"/>
                <a:gridCol w="164592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Patient Features (summary)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Predicted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Match?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 preg, Glucose 148, Age 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Disease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Disease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 preg, Glucose 85, Age 31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Disease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Disease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 preg, Glucose 183, Age 32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Disease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Disease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 preg, Glucose 89, Age 21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Disease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Disease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Used &amp; Accuracy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38404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2070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1828800"/>
            <a:ext cx="13716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965960" y="1828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2176272"/>
            <a:ext cx="13716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1762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Type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65960" y="2176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(Feedforward NN)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" y="2523744"/>
            <a:ext cx="13716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25237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965960" y="25237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 (medical data)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920" y="2871216"/>
            <a:ext cx="13716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28712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1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965960" y="28712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neurons — ReLU activation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" y="3218688"/>
            <a:ext cx="13716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32186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2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965960" y="3218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neurons — ReLU activation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02920" y="3566160"/>
            <a:ext cx="13716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" y="3566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965960" y="3566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neuron — Sigmoid activation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02920" y="3913632"/>
            <a:ext cx="13716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3913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965960" y="3913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Crossentropy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02920" y="4261104"/>
            <a:ext cx="13716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42611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965960" y="42611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754880" y="1051560"/>
            <a:ext cx="4023360" cy="384048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88720"/>
            <a:ext cx="502920" cy="5029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532120" y="12070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5074920" y="18288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0D9488"/>
          </a:solidFill>
          <a:ln/>
        </p:spPr>
      </p:sp>
      <p:sp>
        <p:nvSpPr>
          <p:cNvPr id="35" name="Text 31"/>
          <p:cNvSpPr/>
          <p:nvPr/>
        </p:nvSpPr>
        <p:spPr>
          <a:xfrm>
            <a:off x="5074920" y="18745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~79%</a:t>
            </a:r>
            <a:endParaRPr lang="en-US" sz="5200" dirty="0"/>
          </a:p>
        </p:txBody>
      </p:sp>
      <p:sp>
        <p:nvSpPr>
          <p:cNvPr id="36" name="Text 32"/>
          <p:cNvSpPr/>
          <p:nvPr/>
        </p:nvSpPr>
        <p:spPr>
          <a:xfrm>
            <a:off x="5074920" y="2697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 (on 768 samples)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892040" y="3246120"/>
            <a:ext cx="73152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4"/>
          <p:cNvSpPr/>
          <p:nvPr/>
        </p:nvSpPr>
        <p:spPr>
          <a:xfrm>
            <a:off x="5074920" y="3246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309360" y="3246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(768 records)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4892040" y="3630168"/>
            <a:ext cx="73152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7"/>
          <p:cNvSpPr/>
          <p:nvPr/>
        </p:nvSpPr>
        <p:spPr>
          <a:xfrm>
            <a:off x="5074920" y="3630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309360" y="3630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4892040" y="4014216"/>
            <a:ext cx="73152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Text 40"/>
          <p:cNvSpPr/>
          <p:nvPr/>
        </p:nvSpPr>
        <p:spPr>
          <a:xfrm>
            <a:off x="5074920" y="40142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309360" y="40142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4892040" y="4398264"/>
            <a:ext cx="73152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3"/>
          <p:cNvSpPr/>
          <p:nvPr/>
        </p:nvSpPr>
        <p:spPr>
          <a:xfrm>
            <a:off x="5074920" y="43982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309360" y="43982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model.evaluate() on full dataset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End-to-End Deep Learning Project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3560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4447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&amp; prepared real medical data (768 records)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43560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57800" y="14447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3-layer neural network with Keras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8716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963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loss function, optimizer &amp; metrics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4688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48716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57800" y="24963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for 150 epochs — model learned patterns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3872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5478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model — achieved ~79% accuracy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5204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53872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35478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predictions: Disease / No Disease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مبروك! 🎉  You built a real Deep Learning model from scratch!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Detection with Deep Learning</dc:title>
  <dc:subject>PptxGenJS Presentation</dc:subject>
  <dc:creator>PptxGenJS</dc:creator>
  <cp:lastModifiedBy>PptxGenJS</cp:lastModifiedBy>
  <cp:revision>1</cp:revision>
  <dcterms:created xsi:type="dcterms:W3CDTF">2026-05-06T21:44:21Z</dcterms:created>
  <dcterms:modified xsi:type="dcterms:W3CDTF">2026-05-06T21:44:21Z</dcterms:modified>
</cp:coreProperties>
</file>